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9"/>
  </p:normalViewPr>
  <p:slideViewPr>
    <p:cSldViewPr snapToGrid="0" snapToObjects="1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26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06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4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1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9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6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1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62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9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8A628-4B15-1549-ABF2-583A29F6DA0F}" type="datetimeFigureOut">
              <a:rPr lang="en-US" smtClean="0"/>
              <a:t>11/26/17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C0AAB-E2D0-1347-ABB5-D3D749EBC9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9600" b="1" dirty="0" smtClean="0">
                <a:solidFill>
                  <a:srgbClr val="FF0000"/>
                </a:solidFill>
                <a:latin typeface="Lantinghei TC Heavy" charset="-120"/>
                <a:ea typeface="Lantinghei TC Heavy" charset="-120"/>
                <a:cs typeface="Lantinghei TC Heavy" charset="-120"/>
              </a:rPr>
              <a:t>G</a:t>
            </a:r>
            <a:r>
              <a:rPr lang="en-US" sz="9600" b="1" dirty="0" smtClean="0">
                <a:solidFill>
                  <a:srgbClr val="7030A0"/>
                </a:solidFill>
                <a:latin typeface="Lantinghei TC Heavy" charset="-120"/>
                <a:ea typeface="Lantinghei TC Heavy" charset="-120"/>
                <a:cs typeface="Lantinghei TC Heavy" charset="-120"/>
              </a:rPr>
              <a:t>A</a:t>
            </a:r>
            <a:r>
              <a:rPr lang="en-US" sz="9600" b="1" dirty="0" smtClean="0">
                <a:solidFill>
                  <a:srgbClr val="00B050"/>
                </a:solidFill>
                <a:latin typeface="Lantinghei TC Heavy" charset="-120"/>
                <a:ea typeface="Lantinghei TC Heavy" charset="-120"/>
                <a:cs typeface="Lantinghei TC Heavy" charset="-120"/>
              </a:rPr>
              <a:t>L</a:t>
            </a:r>
            <a:r>
              <a:rPr lang="en-US" sz="9600" b="1" dirty="0" smtClean="0">
                <a:solidFill>
                  <a:srgbClr val="00B0F0"/>
                </a:solidFill>
                <a:latin typeface="Lantinghei TC Heavy" charset="-120"/>
                <a:ea typeface="Lantinghei TC Heavy" charset="-120"/>
                <a:cs typeface="Lantinghei TC Heavy" charset="-120"/>
              </a:rPr>
              <a:t>A</a:t>
            </a:r>
            <a:endParaRPr lang="en-US" sz="9600" b="1" dirty="0">
              <a:solidFill>
                <a:srgbClr val="00B0F0"/>
              </a:solidFill>
              <a:latin typeface="Lantinghei TC Heavy" charset="-120"/>
              <a:ea typeface="Lantinghei TC Heavy" charset="-120"/>
              <a:cs typeface="Lantinghei TC Heavy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3800" b="1" dirty="0" smtClean="0">
                <a:solidFill>
                  <a:srgbClr val="FF0000"/>
                </a:solidFill>
                <a:latin typeface="Mistral" charset="0"/>
                <a:ea typeface="Mistral" charset="0"/>
                <a:cs typeface="Mistral" charset="0"/>
              </a:rPr>
              <a:t>G</a:t>
            </a:r>
            <a:r>
              <a:rPr lang="en-US" sz="13800" b="1" dirty="0" smtClean="0">
                <a:solidFill>
                  <a:srgbClr val="7030A0"/>
                </a:solidFill>
                <a:latin typeface="Mistral" charset="0"/>
                <a:ea typeface="Mistral" charset="0"/>
                <a:cs typeface="Mistral" charset="0"/>
              </a:rPr>
              <a:t>A</a:t>
            </a:r>
            <a:r>
              <a:rPr lang="en-US" sz="13800" b="1" dirty="0" smtClean="0">
                <a:solidFill>
                  <a:srgbClr val="00B050"/>
                </a:solidFill>
                <a:latin typeface="Mistral" charset="0"/>
                <a:ea typeface="Mistral" charset="0"/>
                <a:cs typeface="Mistral" charset="0"/>
              </a:rPr>
              <a:t>L</a:t>
            </a:r>
            <a:r>
              <a:rPr lang="en-US" sz="13800" b="1" dirty="0" smtClean="0">
                <a:solidFill>
                  <a:srgbClr val="00B0F0"/>
                </a:solidFill>
                <a:latin typeface="Mistral" charset="0"/>
                <a:ea typeface="Mistral" charset="0"/>
                <a:cs typeface="Mistral" charset="0"/>
              </a:rPr>
              <a:t>A</a:t>
            </a:r>
            <a:endParaRPr lang="en-US" sz="13800" b="1" dirty="0">
              <a:latin typeface="Mistral" charset="0"/>
              <a:ea typeface="Mistral" charset="0"/>
              <a:cs typeface="Mistr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9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648327" y="2249905"/>
            <a:ext cx="2430379" cy="234615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63516" y="2045368"/>
            <a:ext cx="1359568" cy="138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/>
          <p:cNvSpPr/>
          <p:nvPr/>
        </p:nvSpPr>
        <p:spPr>
          <a:xfrm>
            <a:off x="4078706" y="2328110"/>
            <a:ext cx="2478505" cy="2189748"/>
          </a:xfrm>
          <a:prstGeom prst="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/>
          <p:cNvSpPr/>
          <p:nvPr/>
        </p:nvSpPr>
        <p:spPr>
          <a:xfrm>
            <a:off x="9103895" y="2328110"/>
            <a:ext cx="2478505" cy="2189748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-Shape 8"/>
          <p:cNvSpPr/>
          <p:nvPr/>
        </p:nvSpPr>
        <p:spPr>
          <a:xfrm>
            <a:off x="6697579" y="2292016"/>
            <a:ext cx="2298031" cy="2225842"/>
          </a:xfrm>
          <a:prstGeom prst="corner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87390" y="4674268"/>
            <a:ext cx="1021183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chemeClr val="bg2">
                    <a:lumMod val="50000"/>
                  </a:schemeClr>
                </a:solidFill>
              </a:rPr>
              <a:t>Generative Art for Limitless Applications</a:t>
            </a:r>
            <a:endParaRPr lang="en-US" sz="4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0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Calibri Light</vt:lpstr>
      <vt:lpstr>Lantinghei TC Heavy</vt:lpstr>
      <vt:lpstr>Mistral</vt:lpstr>
      <vt:lpstr>Arial</vt:lpstr>
      <vt:lpstr>Office Theme</vt:lpstr>
      <vt:lpstr>GALA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</dc:title>
  <dc:creator>Microsoft Office User</dc:creator>
  <cp:lastModifiedBy>Microsoft Office User</cp:lastModifiedBy>
  <cp:revision>4</cp:revision>
  <dcterms:created xsi:type="dcterms:W3CDTF">2017-11-26T20:39:12Z</dcterms:created>
  <dcterms:modified xsi:type="dcterms:W3CDTF">2017-11-26T21:02:16Z</dcterms:modified>
</cp:coreProperties>
</file>